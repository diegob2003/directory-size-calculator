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Space Grotesk Light"/>
      <p:regular r:id="rId12"/>
      <p:bold r:id="rId13"/>
    </p:embeddedFont>
    <p:embeddedFont>
      <p:font typeface="Space Grotesk Medium"/>
      <p:regular r:id="rId14"/>
      <p:bold r:id="rId15"/>
    </p:embeddedFont>
    <p:embeddedFont>
      <p:font typeface="Space Grotesk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paceGroteskLight-bold.fntdata"/><Relationship Id="rId12" Type="http://schemas.openxmlformats.org/officeDocument/2006/relationships/font" Target="fonts/SpaceGroteskLight-regular.fntdata"/><Relationship Id="rId15" Type="http://schemas.openxmlformats.org/officeDocument/2006/relationships/font" Target="fonts/SpaceGroteskMedium-bold.fntdata"/><Relationship Id="rId14" Type="http://schemas.openxmlformats.org/officeDocument/2006/relationships/font" Target="fonts/SpaceGroteskMedium-regular.fntdata"/><Relationship Id="rId17" Type="http://schemas.openxmlformats.org/officeDocument/2006/relationships/font" Target="fonts/SpaceGrotesk-bold.fntdata"/><Relationship Id="rId16" Type="http://schemas.openxmlformats.org/officeDocument/2006/relationships/font" Target="fonts/Space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3d660c9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3d660c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3d660c950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b3d660c950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3d660c950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b3d660c950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3d660c950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3d660c950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b25f2f8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b25f2f8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3d660c950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3d660c950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1" name="Google Shape;61;p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" name="Google Shape;78;p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05" name="Google Shape;105;p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4" name="Google Shape;124;p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8" name="Google Shape;128;p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2" name="Google Shape;182;p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3" name="Google Shape;183;p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7" name="Google Shape;187;p1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0" name="Google Shape;190;p1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1" name="Google Shape;191;p1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2" name="Google Shape;192;p1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7" name="Google Shape;197;p1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8" name="Google Shape;198;p1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9" name="Google Shape;199;p1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0" name="Google Shape;200;p1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2" name="Google Shape;202;p1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3" name="Google Shape;203;p1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4" name="Google Shape;204;p1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1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1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1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1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1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1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b="48372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89" name="Google Shape;289;p1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1" name="Google Shape;291;p1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6" name="Google Shape;296;p1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8" name="Google Shape;298;p1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0" name="Google Shape;300;p1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2" name="Google Shape;302;p1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3" name="Google Shape;303;p1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1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2" name="Google Shape;322;p1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3" name="Google Shape;323;p1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6" name="Google Shape;326;p1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34" name="Google Shape;334;p1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DiegoB2003/Directory-Size-Calculator/releases/tag/v1.0.1" TargetMode="External"/><Relationship Id="rId4" Type="http://schemas.openxmlformats.org/officeDocument/2006/relationships/hyperlink" Target="https://github.com/DiegoB2003/Directory-Size-Calculator/releases/download/v1.0.1/DirectorySizeCalculator.jar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4" type="title"/>
          </p:nvPr>
        </p:nvSpPr>
        <p:spPr>
          <a:xfrm>
            <a:off x="699973" y="734275"/>
            <a:ext cx="66255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dk1"/>
                </a:solidFill>
                <a:highlight>
                  <a:schemeClr val="accent2"/>
                </a:highlight>
              </a:rPr>
              <a:t>Directory Size Calculator</a:t>
            </a:r>
            <a:endParaRPr>
              <a:solidFill>
                <a:schemeClr val="dk1"/>
              </a:solidFill>
              <a:highlight>
                <a:schemeClr val="accent2"/>
              </a:highlight>
            </a:endParaRPr>
          </a:p>
        </p:txBody>
      </p:sp>
      <p:sp>
        <p:nvSpPr>
          <p:cNvPr id="457" name="Google Shape;457;p41"/>
          <p:cNvSpPr txBox="1"/>
          <p:nvPr>
            <p:ph type="title"/>
          </p:nvPr>
        </p:nvSpPr>
        <p:spPr>
          <a:xfrm>
            <a:off x="684161" y="2802223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chemeClr val="lt2"/>
                </a:solidFill>
              </a:rPr>
              <a:t>Presented by Diego Bravo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58" name="Google Shape;458;p41"/>
          <p:cNvSpPr txBox="1"/>
          <p:nvPr>
            <p:ph idx="2" type="title"/>
          </p:nvPr>
        </p:nvSpPr>
        <p:spPr>
          <a:xfrm>
            <a:off x="699976" y="3898459"/>
            <a:ext cx="2471700" cy="80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Java Developer Assignment Presentation</a:t>
            </a:r>
            <a:endParaRPr/>
          </a:p>
        </p:txBody>
      </p:sp>
      <p:pic>
        <p:nvPicPr>
          <p:cNvPr id="459" name="Google Shape;4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700" y="3151850"/>
            <a:ext cx="1550900" cy="15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>
            <p:ph type="title"/>
          </p:nvPr>
        </p:nvSpPr>
        <p:spPr>
          <a:xfrm>
            <a:off x="1237950" y="270725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pproach and Design</a:t>
            </a:r>
            <a:endParaRPr b="1"/>
          </a:p>
        </p:txBody>
      </p:sp>
      <p:pic>
        <p:nvPicPr>
          <p:cNvPr id="465" name="Google Shape;465;p42" title="Directory Size Calculator UML cla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62" y="949200"/>
            <a:ext cx="6144676" cy="372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>
            <p:ph type="title"/>
          </p:nvPr>
        </p:nvSpPr>
        <p:spPr>
          <a:xfrm>
            <a:off x="1237950" y="270725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Files and Folders</a:t>
            </a:r>
            <a:endParaRPr b="1"/>
          </a:p>
        </p:txBody>
      </p:sp>
      <p:sp>
        <p:nvSpPr>
          <p:cNvPr id="471" name="Google Shape;471;p43"/>
          <p:cNvSpPr txBox="1"/>
          <p:nvPr/>
        </p:nvSpPr>
        <p:spPr>
          <a:xfrm>
            <a:off x="252600" y="742950"/>
            <a:ext cx="5768100" cy="3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application backend is composed of 4 classes: </a:t>
            </a:r>
            <a:r>
              <a:rPr lang="en" sz="16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FileSystem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6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FileSystemNode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Directory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</a:t>
            </a:r>
            <a:r>
              <a:rPr lang="en" sz="1600">
                <a:solidFill>
                  <a:srgbClr val="00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lang="en" sz="16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FileSystem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Tracks the root directory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Tracks the current working directory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Implements cd, ls, and size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FileSystemNode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is an abstract class which…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Is the common parent for files and directories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 a name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Exposes getSize() (polymorphic)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Directory</a:t>
            </a:r>
            <a:endParaRPr sz="1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Contains child nodes (files or directories)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 a reference to its parent (for cd ..)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getSize() recursively sums child sizes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rgbClr val="00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</a:t>
            </a:r>
            <a:endParaRPr sz="1600">
              <a:solidFill>
                <a:srgbClr val="00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 a fixed size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getSize() returns its size</a:t>
            </a:r>
            <a:endParaRPr sz="12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72" name="Google Shape;472;p43"/>
          <p:cNvGrpSpPr/>
          <p:nvPr/>
        </p:nvGrpSpPr>
        <p:grpSpPr>
          <a:xfrm>
            <a:off x="6020700" y="1585924"/>
            <a:ext cx="2796923" cy="1971667"/>
            <a:chOff x="6005754" y="1525400"/>
            <a:chExt cx="2535971" cy="1787711"/>
          </a:xfrm>
        </p:grpSpPr>
        <p:pic>
          <p:nvPicPr>
            <p:cNvPr id="473" name="Google Shape;47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5825" y="1525400"/>
              <a:ext cx="2505900" cy="1174641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74" name="Google Shape;474;p43"/>
            <p:cNvSpPr txBox="1"/>
            <p:nvPr/>
          </p:nvSpPr>
          <p:spPr>
            <a:xfrm>
              <a:off x="6005754" y="2768011"/>
              <a:ext cx="2535900" cy="545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825" lIns="100825" spcFirstLastPara="1" rIns="100825" wrap="square" tIns="10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3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Main.java implements the command-line UI and creates a FileSystem object.</a:t>
              </a:r>
              <a:endParaRPr sz="923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type="title"/>
          </p:nvPr>
        </p:nvSpPr>
        <p:spPr>
          <a:xfrm>
            <a:off x="1237950" y="270725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Process to Run, Test, and Verify</a:t>
            </a:r>
            <a:endParaRPr b="1"/>
          </a:p>
        </p:txBody>
      </p:sp>
      <p:sp>
        <p:nvSpPr>
          <p:cNvPr id="480" name="Google Shape;480;p44"/>
          <p:cNvSpPr txBox="1"/>
          <p:nvPr/>
        </p:nvSpPr>
        <p:spPr>
          <a:xfrm>
            <a:off x="221375" y="742950"/>
            <a:ext cx="4178400" cy="3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Go to </a:t>
            </a:r>
            <a:r>
              <a:rPr lang="en" sz="1600" u="sng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release page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Download </a:t>
            </a:r>
            <a:r>
              <a:rPr lang="en" sz="1600" u="sng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DirectorySizeCalculator.jar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the destination folder in your command line terminal and run </a:t>
            </a:r>
            <a:r>
              <a:rPr lang="en" sz="1600">
                <a:solidFill>
                  <a:schemeClr val="lt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 -jar DirectorySizeCalculator.jar</a:t>
            </a:r>
            <a:endParaRPr sz="1600">
              <a:solidFill>
                <a:schemeClr val="lt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Sample data has already been set up for the demo. 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○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commands: cd, ls, or size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○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program’s version of cd is simple. Only </a:t>
            </a:r>
            <a:r>
              <a:rPr lang="en" sz="1600">
                <a:solidFill>
                  <a:schemeClr val="lt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cd &lt;directory_name&gt;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or </a:t>
            </a:r>
            <a:r>
              <a:rPr lang="en" sz="1600">
                <a:solidFill>
                  <a:schemeClr val="lt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cd ..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works. Do not use paths.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pace Grotesk"/>
              <a:buChar char="○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Size at root (total size of all files) is 810. Sizes should be smaller in every other directory.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81" name="Google Shape;48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5726" y="1085338"/>
            <a:ext cx="4465875" cy="17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5725" y="3175950"/>
            <a:ext cx="4465875" cy="1112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5"/>
          <p:cNvSpPr txBox="1"/>
          <p:nvPr>
            <p:ph type="title"/>
          </p:nvPr>
        </p:nvSpPr>
        <p:spPr>
          <a:xfrm>
            <a:off x="1237950" y="270725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Tests</a:t>
            </a:r>
            <a:endParaRPr b="1"/>
          </a:p>
        </p:txBody>
      </p:sp>
      <p:sp>
        <p:nvSpPr>
          <p:cNvPr id="488" name="Google Shape;488;p45"/>
          <p:cNvSpPr txBox="1"/>
          <p:nvPr/>
        </p:nvSpPr>
        <p:spPr>
          <a:xfrm>
            <a:off x="4525775" y="798900"/>
            <a:ext cx="4178400" cy="3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Nodes at root and total file 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size.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Navigating through docs and further directories; calculating size of each.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Navigating back through directories with </a:t>
            </a:r>
            <a:r>
              <a:rPr lang="en" sz="1600">
                <a:solidFill>
                  <a:schemeClr val="lt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cd ..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and </a:t>
            </a: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navigating through another directory.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Checking edge cases of an empty directory.</a:t>
            </a:r>
            <a:endParaRPr sz="160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89" name="Google Shape;4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925" y="737525"/>
            <a:ext cx="1303175" cy="430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6"/>
          <p:cNvSpPr txBox="1"/>
          <p:nvPr>
            <p:ph idx="4" type="title"/>
          </p:nvPr>
        </p:nvSpPr>
        <p:spPr>
          <a:xfrm>
            <a:off x="834950" y="1143150"/>
            <a:ext cx="6355500" cy="28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tuning in!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